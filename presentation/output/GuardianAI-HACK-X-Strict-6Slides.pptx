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&amp; TEAM DETAILS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GuardianAI: Autonomous Multi-Agency Disaster Intelligence &amp; Closed-Loop Response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47091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2057400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REGISTRATION PARTICULARS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2423160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463040" y="26060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/ AI for Social Impact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463040" y="3081528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ID: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463040" y="326440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HACKX-2026-042 (Registered on Portal)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463040" y="3739896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portal):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463040" y="392277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Men Tell No Bugs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463040" y="4398264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463040" y="458114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SIH1642 / HACK-X-DM-04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463040" y="5056632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TITLE: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463040" y="523951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Community Disaster Intelligence &amp; Autonomous Multi-Agency Response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17920" y="1874520"/>
            <a:ext cx="473659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2057400"/>
            <a:ext cx="4279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CORE CAPABILITIES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2423160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01 — Vernacular Distress Ingestion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46520" y="2642616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voice SOS in Telugu, Hindi, Urdu &amp; English; auto-extracts casualties and hazards.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446520" y="3264408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02 — Qdrant Vector Deduplication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46520" y="3483864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cosine clustering (&gt;= 0.82) merges 50+ redundant 911 calls to eliminate vehicle fleet waste.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46520" y="4105656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03 — Dynamic Hospital ICU Bed Gating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46520" y="4325112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triage matches patient trauma with live ICU beds; gates unqualified facilities out of approvals.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446520" y="4946904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04 — Sub-1.5s Multi-Agency Dispatch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46520" y="5166360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WebSocket broadcast to Police, Fire Foam Units, Paramedics, and Trauma ERs.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TITLE: PROPOSED SOLUTION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GuardianAI: Autonomous Multi-Agency Disaster Intelligence &amp; Closed-Loop Emergency Response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20299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DETAILED EXPLANATION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99032" y="226771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Multi-Agency Engine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99032" y="2761488"/>
            <a:ext cx="2788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Autonomous emergency operating system unifying Police, Fire, Ambulances, and Hospital ERs onto a single pane of glass.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Citizens report distress via voice or text in Telugu, Hindi, Urdu, or English with automatic GPS geocoding.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 multi-agent pipeline extracts severity, casualties, and hazardous materials in under 350ms.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broadcasts coordinated turn-by-turn routing to responders and reserves trauma intake bays.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52628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90872" y="20299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IT ADDRESSES THE PROBLEM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90872" y="226771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the 4 Core Crisis Failures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690872" y="2761488"/>
            <a:ext cx="2788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Solves Signal Fragmentation: Converts chaotic vernacular citizen reports into structured clinical CAD records.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Kills Duplicate Storms: Qdrant cosine vector dedup (&gt;= 0.82) merges 50+ callers into one incident, preventing fleet waste.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Fixes ER Capacity Blindspots: Real-time Haversine ICU bed matching prevents lethal ambulance diversions.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Halts Misinformation: Monitors viral disaster rumors in real-time to prevent mass stampedes.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781812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82712" y="20299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INNOVATION &amp; NOVELTY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982712" y="226771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Unprecedented Technical Edge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82712" y="2761488"/>
            <a:ext cx="2788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Sub-1.5s Execution: First end-to-end autonomous triage-to-dispatch loop operating under disaster conditions.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Bi-Directional Hospital Gating: Eligible ERs get 1-click approvals; unqualified facilities receive deficiency diagnostics.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Multi-Sensor Anti-Spoofing: Cell tower BSSID &amp; accelerometer telemetry eliminates hallucinated/prank dispatches.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Hardware Retrofit: 100% web-native progressive web app (PWA) with zero municipal deployment barriers.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Multi-Agent Pipeline &amp; Implementation Methodology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7320" y="202996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4-AGENT STATEGRAPH PIPELINE</a:t>
            </a:r>
            <a:endParaRPr lang="en-US" sz="950" dirty="0"/>
          </a:p>
        </p:txBody>
      </p:sp>
      <p:pic>
        <p:nvPicPr>
          <p:cNvPr id="8" name="Image 1" descr="/Users/abdulaziz/Desktop/Guardian-AI/presentation/assets/archite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17320" y="2286000"/>
            <a:ext cx="530352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429768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IntakeNode: Normalizes vernacular voice/text &amp; extracts clinical entities (casualty count, hazards, GPS).</a:t>
            </a:r>
            <a:endParaRPr lang="en-US" sz="8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DedupNode: FastEmbed + Qdrant cosine clustering (&gt;= 0.82) links duplicates to active master incident.</a:t>
            </a:r>
            <a:endParaRPr lang="en-US" sz="8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MatchingNode: Mathematical Haversine scoring ranks hospitals by distance, trauma type &amp; live ICU capacity.</a:t>
            </a:r>
            <a:endParaRPr lang="en-US" sz="8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BroadcastNode: Sub-second WebSocket push to Police, Fire, Ambulance &amp; Hospital intake consoles.</a:t>
            </a:r>
            <a:endParaRPr lang="en-US" sz="840" dirty="0"/>
          </a:p>
        </p:txBody>
      </p:sp>
      <p:sp>
        <p:nvSpPr>
          <p:cNvPr id="10" name="Shape 6"/>
          <p:cNvSpPr/>
          <p:nvPr/>
        </p:nvSpPr>
        <p:spPr>
          <a:xfrm>
            <a:off x="7086600" y="1874520"/>
            <a:ext cx="3867912" cy="411480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69480" y="2029968"/>
            <a:ext cx="3502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TO BE USED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269480" y="2304288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Multi-Agent Frameworks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269480" y="2487168"/>
            <a:ext cx="3502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Stateful Graph • Groq Llama 3.3 70B (~350ms) • FastEmbed • Local Ollama Fallback</a:t>
            </a:r>
            <a:endParaRPr lang="en-US" sz="820" dirty="0"/>
          </a:p>
        </p:txBody>
      </p:sp>
      <p:sp>
        <p:nvSpPr>
          <p:cNvPr id="14" name="Text 10"/>
          <p:cNvSpPr/>
          <p:nvPr/>
        </p:nvSpPr>
        <p:spPr>
          <a:xfrm>
            <a:off x="7269480" y="3008376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Event Routing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269480" y="3191256"/>
            <a:ext cx="3502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3.11/3.12) • Bi-directional WebSockets • Pydantic V2 Type Contracts</a:t>
            </a:r>
            <a:endParaRPr lang="en-US" sz="820" dirty="0"/>
          </a:p>
        </p:txBody>
      </p:sp>
      <p:sp>
        <p:nvSpPr>
          <p:cNvPr id="16" name="Text 12"/>
          <p:cNvSpPr/>
          <p:nvPr/>
        </p:nvSpPr>
        <p:spPr>
          <a:xfrm>
            <a:off x="7269480" y="3712464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&amp; Spatial Engine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269480" y="3895344"/>
            <a:ext cx="3502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Database (HNSW Cosine) • PostgreSQL / SQLAlchemy • Haversine WGS-84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7269480" y="4416552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Operations UI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269480" y="4599432"/>
            <a:ext cx="3502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• TypeScript 5.7 • Tailwind CSS • Leaflet GIS • Vite (100% Type Safe, 0 Lints)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7269480" y="5120640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Resiliency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7269480" y="5303520"/>
            <a:ext cx="3502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BSSID Anti-Spoofing • 3-Tier Failsafe Fallback • Zero-Install Progressive Web App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Practical Feasibility, Potential Challenges &amp; Risk Mitigation Strategies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7320" y="2029968"/>
            <a:ext cx="2761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417320" y="2267712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Viability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17320" y="2761488"/>
            <a:ext cx="276148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 Functional Prototype: 100% verified codebase with React 19, FastAPI, LangGraph, and Qdrant running with zero TypeScript errors and sub-second latency.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Hardware Retrofit: Runs natively on modern mobile and desktop browsers; no specialized hardware needed for citizens or municipal dispatchers.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Infrastructure Compatibility: Integrates via REST/WebSockets into legacy police CAD 112 mainframes and hospital HL7/FHIR systems.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Operating Unit Economics: Serverless inference on Groq + FastEmbed embeddings keeps per-incident cost under $0.002.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2628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2029968"/>
            <a:ext cx="2761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&amp; RISKS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09160" y="2267712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Operational Hurdles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09160" y="2761488"/>
            <a:ext cx="276148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1: Fake &amp; Adversarial SOS Reports: Malicious actors spamming fabricated emergencies or prompt-injecting LLM dispatchers.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2: Grid &amp; Cellular Blackouts: Natural disasters knocking down 4G/5G cell towers and power infrastructure.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3: LLM Rate Limits &amp; Cloud Latency: External AI cloud APIs failing or throttling during simultaneous disaster surges.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4: ER Manual Reporting Fatigue: Overworked triage nurses forgetting to update real-time bed capacity in the portal.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81812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2029968"/>
            <a:ext cx="2761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001000" y="2267712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Resilience &amp; Failsafes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001000" y="2761488"/>
            <a:ext cx="276148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Multi-Sensor Anti-Spoofing: Cell tower BSSID verification, accelerometer shock vectors &amp; multi-witness spatial triangulation stop spam.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PWA &amp; Mesh Network: Local IndexedDB caching with LoRa peer-to-peer relay keeps SOS functional without internet.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3-Tier Resilient Fallback Chain: Primary Groq 70B fails over to local Ollama (qwen2.5) and deterministic rule-based algorithms.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Bed Auto-Decrement: Real-time bed counter automatically decrements upon CAD ambulance dispatch, eliminating manual nurse entry.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Value for Citizens, Responders, Healthcare Systems &amp; Society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2313432" cy="411480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20299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IN DISTRESS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399032" y="22677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Lifeline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99032" y="2724912"/>
            <a:ext cx="1993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SOS in native tongue (Telugu/Hindi/Urdu/English) without app installation.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visibility into arriving emergency responders on a live interactive map.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Pre-routed directly to certified open trauma bays without secondary transfer delays.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399032" y="5440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4x Faster Golden-Hour Care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703320" y="1874520"/>
            <a:ext cx="2313432" cy="411480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67912" y="20299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DISPATCHERS &amp; FIRST RESPONDERS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67912" y="22677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De-Congestion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67912" y="2724912"/>
            <a:ext cx="1993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vector clustering eliminates 50+ duplicate phone calls on major incidents.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clinical summaries (casualties, hazardous chemicals, severity) in &lt; 1.5s.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Coordinated multi-agency dispatches (Police, Fire, EMS) dispatched in parallel.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67912" y="5440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70% Lower Triage Load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72200" y="1874520"/>
            <a:ext cx="2313432" cy="411480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36792" y="20299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HOSPITALS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336792" y="22677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 Load Balancing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36792" y="2724912"/>
            <a:ext cx="1993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capacity gating ensures only capable hospitals receive patient intake requests.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Ineligible facilities receive view-only telemetry with instant deficiency diagnostics.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Pre-arrival clinical alerts allow surgical teams to prep trauma suites in advance.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36792" y="5440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Zero Unexpected ER Surges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641080" y="1874520"/>
            <a:ext cx="2313432" cy="411480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05672" y="20299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&amp; ENVIRONMENTAL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805672" y="22677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Societal &amp; Civic Return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805672" y="2724912"/>
            <a:ext cx="1993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duplicate emergency vehicle runs, cutting civic fuel costs significantly.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Saves municipal health systems millions in malpractice and transfer expenses.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InsurTech API cryptographically verifies real-time accidents, stopping claim fraud.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805672" y="5440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60% Fuel Waste Cut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Protocols, AI Multi-Agent Research, Technical Standards &amp; Live Artifacts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47091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2057400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LITERATURE &amp; CLINICAL PROTOCOLS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24231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Triage Protocol (Simple Triage &amp; Rapid Treatment)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63040" y="264261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mass-casualty triage algorithm establishing immediate clinical classification (Urgent, Delayed, Minor, Expectant). NDLSF Standards.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463040" y="326440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Golden Hour in Trauma Management (JEMS)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63040" y="348386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study proving mortality rates increase by 300% when emergency trauma intervention is delayed beyond the first 60 minutes.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463040" y="410565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Multi-Agent Stateful Orchestration in Time-Critical Tasks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63040" y="432511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on LangGraph multi-agent workflows, state persistence, and deterministic schema guarantees under concurrent request surges.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463040" y="4946904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High-Dimensional Vector Similarity in Emergency Dispatch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463040" y="516636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Navigable Small World (HNSW) vector clustering algorithms in Qdrant for sub-millisecond semantic deduplication.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0" y="1874520"/>
            <a:ext cx="473659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2057400"/>
            <a:ext cx="4279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STANDARDS &amp; CODEBASE REFERENCES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46520" y="2423160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FHIR Emergency Care &amp; Ambulance Pre-Notification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46520" y="2642616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Healthcare Interoperability Resources (FHIR) standard for electronic health record telemetry transmission between ambulances and hospital ERs.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46520" y="3264408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112 Computer-Aided Dispatch (CAD) Interoperability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46520" y="3483864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guidelines for emergency responder automatic vehicle location (AVL) and emergency telecommunications dispatch systems.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446520" y="4105656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WGS-84 Geospatial Haversine &amp; Spatial Geometry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46520" y="4325112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(OSM) and Leaflet GIS spatial protocols for geofencing, disaster boundary extraction, and hazard perimeter zoning.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46520" y="4946904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GuardianAI Prototype &amp; Source Code Repository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46520" y="5166360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React 19 + FastAPI codebase verified with zero lint errors and sub-second execution. Includes live simulated multi-agency dispatch demo.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GuardianAI — HACK-X Strict 6-Slide Presentation</dc:title>
  <dc:subject>PptxGenJS Presentation</dc:subject>
  <dc:creator>Dead Men Tell No Bugs</dc:creator>
  <cp:lastModifiedBy>Dead Men Tell No Bugs</cp:lastModifiedBy>
  <cp:revision>1</cp:revision>
  <dcterms:created xsi:type="dcterms:W3CDTF">2026-10-14T09:17:18Z</dcterms:created>
  <dcterms:modified xsi:type="dcterms:W3CDTF">2026-10-14T09:17:18Z</dcterms:modified>
</cp:coreProperties>
</file>